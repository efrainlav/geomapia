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color del módulo -->
      <p:sp>
        <p:nvSpPr>
          <p:cNvPr id="2" name="TopBar"/>
          <p:cNvSpPr/>
          <p:nvPr/>
        </p:nvSpPr>
        <p:spPr>
          <a:xfrm>
            <a:off x="0" y="0"/>
            <a:ext cx="9144000" cy="140000"/>
          </a:xfrm>
          <a:prstGeom prst="rect">
            <a:avLst/>
          </a:prstGeom>
          <a:solidFill>
            <a:srgbClr val="EC4899"/>
          </a:solidFill>
        </p:spPr>
      </p:sp>
      <!-- Tarjeta Central de Portada -->
      <p:sp>
        <p:nvSpPr>
          <p:cNvPr id="3" name="HeroCard"/>
          <p:cNvSpPr/>
          <p:nvPr/>
        </p:nvSpPr>
        <p:spPr>
          <a:xfrm>
            <a:off x="550000" y="750000"/>
            <a:ext cx="8044000" cy="360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txBody>
          <a:bodyPr lIns="360000" rIns="360000" tIns="320000" bIns="320000" anchor="ctr"/>
          <a:lstStyle/>
          <a:p>
            <a:r>
              <a:rPr lang="es-CO" sz="1300" b="1">
                <a:solidFill>
                  <a:srgbClr val="EC4899"/>
                </a:solidFill>
              </a:rPr>
              <a:t>🛰️ CURSO AUTODIDACTA GEOMAPIA • SELPER COLOMBIA (MÓDULO 5 • 2.0 HORAS)</a:t>
            </a:r>
          </a:p>
          <a:p>
            <a:pPr spcBef="180000"/>
            <a:r>
              <a:rPr lang="es-CO" sz="2800" b="1">
                <a:solidFill>
                  <a:srgbClr val="FFFFFF"/>
                </a:solidFill>
              </a:rPr>
              <a:t>Aplicaciones Web Analíticas con Python, Streamlit y PyDeck 3D</a:t>
            </a:r>
          </a:p>
          <a:p>
            <a:pPr spcBef="200000"/>
            <a:r>
              <a:rPr lang="es-CO" sz="1500">
                <a:solidFill>
                  <a:srgbClr val="94A3B8"/>
                </a:solidFill>
              </a:rPr>
              <a:t>Construcción de herramientas donde el usuario sube sus propios datos espaciales y los analiza en 2D y 3D</a:t>
            </a:r>
          </a:p>
          <a:p>
            <a:pPr spcBef="260000"/>
            <a:r>
              <a:rPr lang="es-CO" sz="1200" b="1">
                <a:solidFill>
                  <a:srgbClr val="38BDF8"/>
                </a:solidFill>
              </a:rPr>
              <a:t>Sociedad Latinoamericana en Percepción Remota y Sistemas de Información Espacial — https://selper.org.co/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550000" y="4620000"/>
            <a:ext cx="8044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>
                <a:solidFill>
                  <a:srgbClr val="64748B"/>
                </a:solidFill>
              </a:rPr>
              <a:t>Presentación Teórica y Práctica • Diapositiva 1 de 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EC489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EC4899"/>
                </a:solidFill>
              </a:rPr>
              <a:t>MÓDULO 5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1. ¿Cuándo elegir HTML/JS vs Python con Streamlit?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Visor HTML + JS + Leaflet (Módulos 1, 2 y 4)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Corre 100% en el navegador del visitante (velocidad instantánea).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aloja gratis de forma ilimitada en GitHub Pages.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Ideal para visores públicos, portafolios y tableros con datos pre-cargados.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No requiere servidor de Python encendido.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Web App Python + Streamlit (Módulo 5)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Permite ejecutar todo el poder científico de Python (Pandas, GeoPandas, Scikit-Learn) en vivo.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Convertir un script de Python en una página web toma solo 15 líneas de código.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Ideal para herramientas donde el usuario sube un Excel/CSV/GeoJSON para procesarlo.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despliega gratis en Streamlit Community Cloud conectado a tu GitHub.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EC489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Un especialista completo de SELPER domina ambos mundos y elige la herramienta según la necesidad del proyecto.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2 de 8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EC489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EC4899"/>
                </a:solidFill>
              </a:rPr>
              <a:t>MÓDULO 5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2. ¿Cómo funciona el Modelo Reactivo de Streamlit?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De Script a Interfaz Web sin HTML ni CSS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Streamlit no escribes etiquetas &lt;div&gt; ni funciones complicadas de eventos.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Cada vez que el usuario mueve un control, Streamlit re-ejecuta el script de arriba a abajo.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Una variable recibe directamente el valor del control: region = st.sidebar.selectbox(...).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IA genera scripts de Streamlit extremadamente compactos y fáciles de leer.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Componentes Esenciales para Geomática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st.set_page_config(layout='wide'): Activa el modo de pantalla ancha.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st.sidebar: Crea el panel lateral retráctil para filtros y carga de archivos.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st.columns(4) + st.metric(): Crea la fila superior de tarjetas KPI.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st.tabs(['Mapa 3D', 'Mapa 2D', 'Gráficos']): Organiza la app en pestañas limpias.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EC489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Para probar tu app localmente solo ejecutas en terminal: streamlit run app_geoanalizador.py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3 de 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EC489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EC4899"/>
                </a:solidFill>
              </a:rPr>
              <a:t>MÓDULO 5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3. Carga Dinámica de Archivos del Usuario (st.file_uploader)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Democratizando el Análisis Espacial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técnico de campo toma datos con GPS y los guarda en un archivo CSV o Excel.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 st.sidebar.file_uploader('Sube tu CSV', type=['csv']), puede arrastrarlo a tu app.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 el usuario aún no ha subido nada, la app carga por defecto nuestro dataset de muestra.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Así la aplicación nunca se ve vacía al abrirla por primera vez.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Validación Automática que pedimos en el Prompt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Verificar que existan las columnas de coordenadas (latitud / longitud).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Eliminar filas vacías con df.dropna(subset=['latitud', 'longitud']).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Detectar automáticamente las columnas numéricas para ofrecerlas en un selector.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Permitir descargar la tabla procesada y filtrada con st.download_button().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EC489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En el Prompt 5.1 pedimos siempre este patrón: 'Dataset de respaldo por defecto + file_uploader opcional'.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4 de 8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EC489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EC4899"/>
                </a:solidFill>
              </a:rPr>
              <a:t>MÓDULO 5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4. Visualización Geoespacial 3D con PyDeck (Deck.gl)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¿Qué es PyDeck?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Es la interfaz en Python de Deck.gl (creada por Uber para visualización espacial WebGL).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Viene integrada nativamente en Streamlit mediante st.pydeck_chart().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Permite inclinar la cámara (pitch=45) y rotar el mapa en 3 dimensiones.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Renderiza cientos de miles de elementos en 3D usando la tarjeta gráfica (GPU).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Capas 3D de Alto Impacto en Agricultura y Ambiente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ColumnLayer: Levanta cilindros 3D sobre cada lote o estación según una variable.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Ejemplo: La altura representa el Rendimiento (ton/ha), la Altitud (msnm) o el NDVI.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HexagonLayer: Agrupa puntos en celdas hexagonales 3D para medir densidad espacial.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Incluye tooltips interactivos al pasar el cursor sobre cada columna 3D.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EC489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Mantén presionada la tecla Ctrl (o Cmd en Mac) + clic izquierdo y arrastra para girar el mapa 3D en PyDeck.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5 de 8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EC489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EC4899"/>
                </a:solidFill>
              </a:rPr>
              <a:t>MÓDULO 5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5. Mapas 2D y Gráficos Analíticos con Plotly Express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Mapas Interactivos con px.scatter_mapbox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Plotly Express permite crear mapas 2D sin necesidad de token usando mapbox_style='carto-darkmatter'.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Codifica simultáneamente 2 variables: Color por tipo de cultivo y Tamaño por índice NDVI.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Incluye herramientas de selección por lazo (Lasso Select) y caja directamente en el mapa.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inserta en Streamlit con st.plotly_chart(fig, use_container_width=True).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Gráficos Estadísticos Conectados al Filtro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Gráfico de barras agrupadas: Comparativa de NDVI por Cultivo y Estado Fitosanitario.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Gráfico de dispersión (Scatter): Relación entre Humedad del Suelo (%) y Vigor NDVI.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Tabla interactiva ordenable con st.dataframe(df_filtrado).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Todo responde en milisegundos al cambiar la Región o los Cultivos en la barra lateral.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EC489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Plotly incluye un botón de cámara en cada gráfico para descargar la figura en PNG de alta resolución para informes.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6 de 8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EC489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EC4899"/>
                </a:solidFill>
              </a:rPr>
              <a:t>MÓDULO 5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6. Optimización y Archivo requirements.txt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Acelerando tu App con @st.cache_data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 tu app carga un GeoJSON o CSV grande, no querrás leerlo del disco en cada clic.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 decorar la función de lectura con @st.cache_data, Streamlit guarda el dato en memoria RAM.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Los filtros posteriores se ejecutan de forma instantánea.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Pídele siempre a la IA: 'Usa @st.cache_data para las funciones de carga de datos'.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El Archivo requirements.txt para la Nube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Para que Streamlit Cloud sepa qué instalar en su servidor Linux, necesita requirements.txt.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Incluye únicamente las librerías externas importadas (streamlit, pandas, pydeck, plotly).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Evita poner librerías del sistema estándar de Python (como os, json, pathlib o math).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este módulo ya dejamos creado requirements.txt listo para desplegar.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EC489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Un requirements.txt limpio y minimalista garantiza que el despliegue en la nube tarde menos de 90 segundos.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7 de 8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EC489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EC4899"/>
                </a:solidFill>
              </a:rPr>
              <a:t>MÓDULO 5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7. Resumen y Práctica del Módulo 5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Competencias Adquiridas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Criterio arquitectónico para elegir entre Leaflet (JS) y Streamlit (Python).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Construcción de aplicaciones con carga de archivos de usuario (file_uploader).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Visualización 3D de variables territoriales y agrícolas con PyDeck.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Integración de mapas y gráficos estadísticos interactivos con Plotly.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Tu Reto Práctico Autodidacta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Revisa el código de app_geoanalizador.py en la carpeta del Módulo 5.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Ejecútalo con streamlit run app_geoanalizador.py o pruébalo en Streamlit Cloud.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Pídele a la IA agregar un filtro deslizante (st.slider) por Altitud (msnm).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Marca el Módulo 5 como completado en el portal.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EC489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¡Vamos al último módulo: Módulo 6, donde publicaremos todo nuestro portafolio en internet gratis!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8 de 8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2026-10-29T14:33:58Z</dcterms:created>
  <dcterms:modified xsi:type="dcterms:W3CDTF">2026-10-29T14:33:58Z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