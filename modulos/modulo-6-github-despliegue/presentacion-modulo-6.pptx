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color del módulo -->
      <p:sp>
        <p:nvSpPr>
          <p:cNvPr id="2" name="TopBar"/>
          <p:cNvSpPr/>
          <p:nvPr/>
        </p:nvSpPr>
        <p:spPr>
          <a:xfrm>
            <a:off x="0" y="0"/>
            <a:ext cx="9144000" cy="140000"/>
          </a:xfrm>
          <a:prstGeom prst="rect">
            <a:avLst/>
          </a:prstGeom>
          <a:solidFill>
            <a:srgbClr val="38BDF8"/>
          </a:solidFill>
        </p:spPr>
      </p:sp>
      <!-- Tarjeta Central de Portada -->
      <p:sp>
        <p:nvSpPr>
          <p:cNvPr id="3" name="HeroCard"/>
          <p:cNvSpPr/>
          <p:nvPr/>
        </p:nvSpPr>
        <p:spPr>
          <a:xfrm>
            <a:off x="550000" y="750000"/>
            <a:ext cx="8044000" cy="3600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txBody>
          <a:bodyPr lIns="360000" rIns="360000" tIns="320000" bIns="320000" anchor="ctr"/>
          <a:lstStyle/>
          <a:p>
            <a:r>
              <a:rPr lang="es-CO" sz="1300" b="1">
                <a:solidFill>
                  <a:srgbClr val="38BDF8"/>
                </a:solidFill>
              </a:rPr>
              <a:t>🛰️ CURSO AUTODIDACTA GEOMAPIA • SELPER COLOMBIA (MÓDULO 6 • 2.0 HORAS)</a:t>
            </a:r>
          </a:p>
          <a:p>
            <a:pPr spcBef="180000"/>
            <a:r>
              <a:rPr lang="es-CO" sz="2800" b="1">
                <a:solidFill>
                  <a:srgbClr val="FFFFFF"/>
                </a:solidFill>
              </a:rPr>
              <a:t>Git, GitHub y Despliegue Gratuito en la Nube (GitHub Pages y Streamlit Cloud)</a:t>
            </a:r>
          </a:p>
          <a:p>
            <a:pPr spcBef="200000"/>
            <a:r>
              <a:rPr lang="es-CO" sz="1500">
                <a:solidFill>
                  <a:srgbClr val="94A3B8"/>
                </a:solidFill>
              </a:rPr>
              <a:t>Publicación profesional de visores, resolución de errores CORS/rutas y creación de tu portafolio SELPER</a:t>
            </a:r>
          </a:p>
          <a:p>
            <a:pPr spcBef="260000"/>
            <a:r>
              <a:rPr lang="es-CO" sz="1200" b="1">
                <a:solidFill>
                  <a:srgbClr val="38BDF8"/>
                </a:solidFill>
              </a:rPr>
              <a:t>Sociedad Latinoamericana en Percepción Remota y Sistemas de Información Espacial — https://selper.org.co/</a:t>
            </a:r>
          </a:p>
        </p:txBody>
      </p:sp>
      <!-- Footer -->
      <p:sp>
        <p:nvSpPr>
          <p:cNvPr id="4" name="Footer"/>
          <p:cNvSpPr/>
          <p:nvPr/>
        </p:nvSpPr>
        <p:spPr>
          <a:xfrm>
            <a:off x="550000" y="4620000"/>
            <a:ext cx="8044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>
                <a:solidFill>
                  <a:srgbClr val="64748B"/>
                </a:solidFill>
              </a:rPr>
              <a:t>Presentación Teórica y Práctica • Diapositiva 1 de 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38BDF8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38BDF8"/>
                </a:solidFill>
              </a:rPr>
              <a:t>MÓDULO 6 • 2.0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1. ¿Por qué Git y GitHub son Indispensables en Geomática?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Más allá de guardar carpetas con nombres 'Final_v2_ahora_si'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Git es un sistema de control de versiones: registra cada cambio en tu código y datos.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Si un nuevo prompt rompe tu visor, puedes regresar al estado exacto de hace 10 minutos.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GitHub es la plataforma en la nube donde alojas tus repositorios y colaboras.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Además, GitHub te regala alojamiento web gratuito (GitHub Pages) para tus visores.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Los 4 Conceptos que debes conocer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1. Repositorio (Repo): La carpeta principal de tu proyecto (ej. GeoMapIA).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2. Commit: Una 'fotografía' guardada de tus avances con un mensaje descriptivo.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3. Rama principal (main): La línea oficial de tu proyecto lista para el público.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4. Push: Subir tus commits locales desde tu computador hacia GitHub.com.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38BDF8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Puedes usar GitHub Desktop o el panel lateral de VS Code para hacer Commit y Push con un solo clic.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2 de 7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38BDF8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38BDF8"/>
                </a:solidFill>
              </a:rPr>
              <a:t>MÓDULO 6 • 2.0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2. Estructura Óptima de un Repositorio WebGIS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Organización Profesional de Carpetas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index.html en la raíz: Es la puerta de entrada que busca automáticamente GitHub Pages.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README.md: La portada técnica y comercial que explica qué hace tu proyecto.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/data: Carpeta dedicada a tus capas .geojson y .csv optimizados.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/modulos o /visores: Subcarpetas ordenadas para cada visor o dashboard.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Buenas Prácticas de Nombres de Archivo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Usa siempre minúsculas y guiones medios: visor-catastral.html (nunca espacios ni tildes).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⚠️ En Windows/Mac 'Datos.geojson' y 'datos.geojson' parecen iguales, pero en Linux (GitHub) son distintos.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Incluye un archivo .gitignore para no subir archivos temporales (.DS_Store, __pycache__).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Mantén cada archivo GeoJSON por debajo de 10-15 MB para carga rápida.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38BDF8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Una estructura limpia facilita que tanto tus colegas de SELPER como la IA entiendan tu proyecto.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3 de 7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38BDF8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38BDF8"/>
                </a:solidFill>
              </a:rPr>
              <a:t>MÓDULO 6 • 2.0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3. Despliegue de Visores HTML/JS en GitHub Pages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Paso a Paso (Toma menos de 2 minutos)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1. Entra a tu repositorio en GitHub.com (ej. github.com/tu-usuario/GeoMapIA).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2. Haz clic en la pestaña superior 'Settings' (Configuración).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3. En el menú izquierdo, selecciona la sección 'Pages'.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4. En 'Branch', elige 'main' y carpeta '/ (root)', y presiona 'Save'.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¿Qué ocurre automáticamente?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GitHub compila y publica tu sitio bajo certificado de seguridad HTTPS gratuito.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Obtienes tu URL pública: https://tu-usuario.github.io/GeoMapIA/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Cada vez que hagas un nuevo 'git push' desde tu PC, la web se actualizará sola en 1 minuto.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Puedes compartir ese enlace por WhatsApp, correo, informes o LinkedIn.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38BDF8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Alternativas gratuitas adicionales con conexión directa a GitHub: Vercel y Netlify.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4 de 7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38BDF8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38BDF8"/>
                </a:solidFill>
              </a:rPr>
              <a:t>MÓDULO 6 • 2.0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4. Solución a los 3 Errores Clásicos en Producción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Error 1 y 2: Rutas Rotas y Bloqueo CORS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Error de ruta absoluta: usar fetch('/data/capa.geojson') falla en subcarpetas de GitHub Pages.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Solución: Usar siempre ruta relativa con punto inicial: fetch('./data/capa.geojson').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Error CORS local: abrir con doble clic (file://) bloquea fetch().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Al subirlo a GitHub Pages (https://), ¡el error CORS desaparece porque ya es un servidor real!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Error 3: Contenido Mixto (Mixed Content HTTP vs HTTPS)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GitHub Pages corre sobre HTTPS seguro.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Si conectas un servicio WMS o librería con 'http://' (sin la s), el navegador lo bloqueará.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Asegúrate de que todos los enlaces CDN y servicios WMS usen 'https://'.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Consulta nuestra GUIA_SOLUCION_ERRORES.md para los prompts reparadores.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38BDF8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Si algo no carga en GitHub Pages, abre F12 -&gt; pestaña Network (Red) y busca líneas en color rojo (Error 404).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5 de 7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38BDF8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38BDF8"/>
                </a:solidFill>
              </a:rPr>
              <a:t>MÓDULO 6 • 2.0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5. Despliegue de Apps Python en Streamlit Community Cloud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Por qué GitHub Pages no ejecuta Python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GitHub Pages es un servidor de archivos estáticos (ejecuta HTML, CSS y JS en el navegador).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Una aplicación de Streamlit (.py) requiere un servidor con un intérprete de Python vivo.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Para eso existe Streamlit Community Cloud (share.streamlit.io), 100% gratuito.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Se conecta directamente a tu mismo repositorio de GitHub.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Los 3 Pasos en share.streamlit.io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1. Inicia sesión con tu cuenta de GitHub y haz clic en 'Create app'.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2. Elige tu repositorio (GeoMapIA) y la rama 'main'.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3. Indica la ruta del archivo: modulos/modulo-5-streamlit-python-apps/app_geoanalizador.py.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Streamlit leerá automáticamente el requirements.txt y publicará tu URL pública.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38BDF8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Cualquier cambio que subas a GitHub actualizará en vivo tu aplicación de Streamlit sin reiniciar nada.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6 de 7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38BDF8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38BDF8"/>
                </a:solidFill>
              </a:rPr>
              <a:t>MÓDULO 6 • 2.0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6. Tu Portafolio Geoespacial y Cierre del Curso SELPER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Documentación de Alto Impacto con IA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Un buen proyecto sin un buen README.md pasa desapercibido.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Usa el Prompt 6.2 de nuestro Playbook para generar insignias, descripción técnica y créditos.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Personaliza el archivo index.html de este curso para convertirlo en tu Hub Cartográfico personal.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Enlaza tus 4 casos aplicados: Ambiental/Satelital, Catastro, Gestión del Riesgo y Agro 3D.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Tu Nueva Capacidad como Profesional AI-First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Pasaste de consumidor de software SIG cerrado a creador de plataformas web abiertas.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Dominas la fórmula C-T-D-E para comunicarte con cualquier modelo presente o futuro.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Sabes integrar Leaflet, Turf.js, Chart.js, GeoPandas, Streamlit y GitHub.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¡Comparte tus visores con la comunidad de SELPER Colombia (selper.org.co)!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38BDF8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¡Felicitaciones por completar las 14 horas del Curso Autodidacta GeoMapIA — SELPER Colombia!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7 de 7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2026-10-29T14:33:58Z</dcterms:created>
  <dcterms:modified xsi:type="dcterms:W3CDTF">2026-10-29T14:33:58Z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