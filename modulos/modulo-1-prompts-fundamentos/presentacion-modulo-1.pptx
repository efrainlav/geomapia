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0EA5E9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0EA5E9"/>
                </a:solidFill>
              </a:rPr>
              <a:t>🛰️ CURSO AUTODIDACTA GEOMAPIA • SELPER COLOMBIA (MÓDULO 1 • 2.0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Mentalidad AI-First, Entorno WebGIS e Ingeniería de Prompts (C-T-D-E)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Fundamentos teóricos y prácticos para crear mapas web conversando con IA • SELPER Colombia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El Cambio de Paradigma en la Geomática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Enfoque Tradicional WebGIS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Meses aprendiendo sintaxis de HTML, CSS, JS y librerías antes de ver un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Alta fricción por errores de punto y coma, rutas o versiones de paquetes.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Dependencia total de un programador externo para publicar un visor sencillo.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Mucho tiempo invertido en código repetitivo (boilerplate).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Enfoque AI-First para Especialistas SIG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Tú aportas el criterio espacial, cartográfico y temático (el QUÉ y el PORQUÉ).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(Claude, Gemini, ChatGPT) escribe la sintaxis técnica (el CÓMO).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Creación de prototipos funcionales en minutos mediante Prompts estructurados.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Aprendizaje inverso: entiendes el código viendo funcionar tu propio mapa.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El profesional de SELPER no es reemplazado por la IA; se convierte en Arquitecto Geoespacial capaz de desplegar sus propios visores.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¿Qué Asistente de IA elegir para cada tarea SIG?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Claude (Anthropic) y ChatGPT (OpenAI)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Claude (Sonnet + Artifacts): Renderiza visores HTML/Leaflet en vivo dentro del chat.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Excelente precisión generando dashboards extensos en un solo archivo.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ChatGPT: Muy versátil para explicar errores paso a paso y generar scripts Python.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Ideal para iterar funciones específicas de filtrado o simbología.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Gemini (Google) y Editores con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Gemini: Ventana de contexto masiva ideal para pegar archivos GeoJSON/CSV largos.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Multimodalidad nativa: sube una captura de un dashboard y pídele la maqueta HTML.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VS Code + extensiones de IA: Edita archivos directamente en tu carpeta local.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Regla práctica: ¡El mismo Prompt C-T-D-E funciona en cualquiera de ellos!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No dependas de una sola herramienta: aprende la estructura universal del prompt geoespacial.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Anatomía Técnica de un Visor Geográfico Web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Las 3 Capas del Navegador (Frontend)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HTML5 (Estructura): Crea el contenedor &lt;div id='map'&gt;&lt;/div&gt; y los paneles.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CSS3 / Tailwind (Diseño): Define que el mapa mida 100vh y estiliza leyendas.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JavaScript + Leaflet.js (Lógica): Carga teselas satelitales, dibuja capas y popups.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Todo puede convivir en un único archivo .html para facilitar el aprendizaje.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El Flujo de Carga en el Navegador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1: El navegador lee las librerías por CDN (sin instalar nada en disco).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2: Leaflet inicializa el lienzo centrado en coordenadas [Lat, Lon] y Zoom.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3: Se conectan los Mapas Base (OSM, CartoDB Dark, Esri World Imagery).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4: Se superponen tus datos vectoriales (GeoJSON) o servicios OGC (WMS).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Si el contenedor &lt;div id='map'&gt; no tiene altura en CSS (height), el mapa saldrá en blanco.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Estándares de Datos Espaciales en la Web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Formatos Vectoriales y Tabulares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GeoJSON (.geojson): El estándar rey de los visores web (basado en JSON).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CSV con Lat/Lon: Ideal para tablas de Excel de muestreo o estaciones.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Shapefile (.shp): Formato de escritorio (QGIS/ArcGIS); debe convertirse a GeoJSON.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KML / GPX: Formatos comunes en GPS y Google Earth fácilmente convertibles.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Servicios Ráster y Satelitales OGC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Tiles XYZ: Cuadrículas pre-renderizadas por nivel de zoom ({z}/{x}/{y}.png).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WMS / WMTS: Estándar OGC usado por IGAC, IDEAM, SIAC y NASA GIBS.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COG (Cloud Optimized GeoTIFF): Imágenes satelitales optimizadas para lectura parcial.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Siempre indica a la IA cuál de estos formatos vas a consumir.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 Shapefile consta de varios archivos (.shp, .dbf, .shx, .prj); la web prefiere un único archivo .geojson.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Sistemas de Referencia: MAGNA-SIRGAS vs WGS84 Web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Cartografía Oficial en Colombia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MAGNA-SIRGAS Origen Nacional (EPSG:9377) o antiguos orígenes (EPSG:3116).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Coordenadas planas en metros (ej. Este: 4.885.000 m, Norte: 2.065.000 m).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Excelentes para medir áreas en hectáreas y distancias métricas en SIG.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⚠️ Si las cargas directo en Leaflet, ¡tus puntos saldrán fuera del planeta!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Estándar de Mapas Web (Leaflet / Web Mercator)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Las librerías web esperan coordenadas geográficas WGS84 (EPSG:4326).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Valores en grados decimales (Colombia aprox: Latitud -4° a 13°, Longitud -79° a -66°).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Atención al orden: Leaflet usa [Latitud, Longitud], mientras GeoJSON usa [Lon, Lat].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puede detectar y transformar tus coordenadas automáticamente.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tu prompt especifica siempre: 'Mis coordenadas están en EPSG:4326 (Latitud, Longitud para Colombia)'.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Metodología C-T-D-E de Ingeniería de Prompts SIG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 (Contexto) + T (Tecnología)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[C] Contexto y Rol: 'Actúa como un desarrollador WebGIS Senior de SELPER Colombia...'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Define el propósito temático: monitoreo ambiental, catastro o gestión del riesgo.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[T] Tecnología: 'Crea un único archivo HTML autocontenido con Leaflet 1.9.4 y Tailwind CSS por CDN.'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Evita que la IA divida el proyecto en 10 archivos complejos cuando estás empezando.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D (Datos) + E (Estilo y Comportamiento)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[D] Datos: Lista los nombres exactos de las columnas/propiedades y el EPSG:4326.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Ejemplo: 'propiedades: id, nombre, region, ndvi, precipitacion_mm, alerta'.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[E] Estilo: Especifica mapas base, colores por categoría, popups, leyenda y filtros.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Pide siempre: 'Entrégame el código completo y funcional listo para abrir'.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El Framework C-T-D-E reduce en un 90% las alucinaciones y errores de código en Claude y Gemini.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7. Comparativa: Prompt Ambiguo vs Prompt C-T-D-E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❌ Prompt Ambiguo (Resultado Pobre)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'Hazme una página web con un mapa de Colombia que tenga estaciones ambientales.'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Problema 1: La IA no sabe qué librería usar (puede usar Google Maps con API Key de pago).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Problema 2: No incluye estilos de altura y el mapa sale en blanco.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Problema 3: No agrega leyenda, ni control de capas, ni datos realistas.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✅ Prompt C-T-D-E (Resultado Profesional)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'[C] Rol WebGIS SELPER. [T] 1 archivo HTML con Leaflet 1.9.4 y Tailwind CDN.'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'[D] Centro en [4.6097, -74.0817], zoom 6. 12 estaciones con ndvi, precipitacion y alerta.'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'[E] Capas CartoDB Dark + Esri Satélite, círculos por color de alerta, filtro y leyenda.'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Resultado: Un visor completo de nivel institucional en menos de 30 segundos.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La calidad de tu visor web es directamente proporcional a la precisión de tu bloque [D] Datos y [E] Estilo.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8 de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8. Depuración Asistida (AI Debugging) con F12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¿Cómo leer errores en el navegador?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Abre tu archivo HTML en Chrome, Edge o Firefox.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Presiona la tecla F12 (o Clic Derecho -&gt; Inspeccionar).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Abre la pestaña 'Console' (Consola).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Cualquier error de sintaxis o carga aparecerá en texto rojo con el número de línea.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El Prompt Reparador en 1 Paso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No intentes adivinar el error en soledad: cópialo y pégalo en el chat de la IA.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Prompt: 'Mi visor presenta este error en la consola F12: [PEGAR ERROR]. Corrige mi código.'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Errores típicos que la IA resuelve al instante: comillas sin cerrar, CDN caído o CORS.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Para abrir archivos externos (.geojson), usa la extensión 'Live Server' en VS Code.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Aprender a usar F12 + IA te garantiza que nunca te quedarás bloqueado estudiando de forma autodidacta.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9 de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0EA5E9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0EA5E9"/>
                </a:solidFill>
              </a:rPr>
              <a:t>MÓDULO 1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9. Resumen y Práctica del Módulo 1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Lo que hemos dominado hoy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Configuración del entorno ligero (Navegador + VS Code + Live Server + IA).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Comprensión de HTML + CSS + JS (Leaflet) + EPSG:4326.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Aplicación práctica del Framework C-T-D-E para crear tu primer visor.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Flujo de inspección y corrección de errores con la consola F12.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Reto Práctico Autodidacta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Abre el laboratorio: visor-basico-selper.html.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Haz clic en '🤖 Ver Prompt Usado' y cópialo en Claude o Gemini.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Pídele a la IA que agregue una estación en tu municipio y un filtro por región.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Guarda tu versión y marca el Módulo 1 como completado en el portal.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0EA5E9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¡Estás listo para el Módulo 2: Mapas Coropléticos, Servicios WMS y Clustering con Leaflet!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10 de 10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